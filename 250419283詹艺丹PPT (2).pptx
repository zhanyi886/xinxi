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image" Target="../media/image2.png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image" Target="../media/image1.png"/><Relationship Id="rId2" Type="http://schemas.openxmlformats.org/officeDocument/2006/relationships/tags" Target="../tags/tag51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microsoft.com/office/2007/relationships/hdphoto" Target="../media/image4.wdp"/><Relationship Id="rId8" Type="http://schemas.openxmlformats.org/officeDocument/2006/relationships/image" Target="../media/image3.png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../media/image2.png"/><Relationship Id="rId4" Type="http://schemas.openxmlformats.org/officeDocument/2006/relationships/tags" Target="../tags/tag89.xml"/><Relationship Id="rId3" Type="http://schemas.openxmlformats.org/officeDocument/2006/relationships/image" Target="../media/image1.png"/><Relationship Id="rId2" Type="http://schemas.openxmlformats.org/officeDocument/2006/relationships/tags" Target="../tags/tag88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image" Target="../media/image2.png"/><Relationship Id="rId4" Type="http://schemas.openxmlformats.org/officeDocument/2006/relationships/tags" Target="../tags/tag96.xml"/><Relationship Id="rId3" Type="http://schemas.openxmlformats.org/officeDocument/2006/relationships/image" Target="../media/image1.png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microsoft.com/office/2007/relationships/hdphoto" Target="../media/image4.wdp"/><Relationship Id="rId8" Type="http://schemas.openxmlformats.org/officeDocument/2006/relationships/image" Target="../media/image3.png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image" Target="../media/image2.png"/><Relationship Id="rId4" Type="http://schemas.openxmlformats.org/officeDocument/2006/relationships/tags" Target="../tags/tag101.xml"/><Relationship Id="rId3" Type="http://schemas.openxmlformats.org/officeDocument/2006/relationships/image" Target="../media/image1.png"/><Relationship Id="rId2" Type="http://schemas.openxmlformats.org/officeDocument/2006/relationships/tags" Target="../tags/tag100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51308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638800"/>
            <a:ext cx="5029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7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705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858000" y="2794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858000" y="3302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705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858000" y="482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858000" y="5334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7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2794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794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302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482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334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4165600"/>
            <a:ext cx="5334000" cy="2082800"/>
          </a:xfrm>
          <a:custGeom>
            <a:avLst/>
            <a:gdLst>
              <a:gd name="connisteX0" fmla="*/ 0 w 5334000"/>
              <a:gd name="connsiteY0" fmla="*/ 0 h 2082800"/>
              <a:gd name="connisteX1" fmla="*/ 5334000 w 5334000"/>
              <a:gd name="connsiteY1" fmla="*/ 0 h 2082800"/>
              <a:gd name="connisteX2" fmla="*/ 5334000 w 5334000"/>
              <a:gd name="connsiteY2" fmla="*/ 1879600 h 2082800"/>
              <a:gd name="connisteX3" fmla="*/ 5130800 w 5334000"/>
              <a:gd name="connsiteY3" fmla="*/ 2082800 h 2082800"/>
              <a:gd name="connisteX4" fmla="*/ 203200 w 5334000"/>
              <a:gd name="connsiteY4" fmla="*/ 2082800 h 2082800"/>
              <a:gd name="connisteX5" fmla="*/ 0 w 5334000"/>
              <a:gd name="connsiteY5" fmla="*/ 1879600 h 2082800"/>
              <a:gd name="connisteX6" fmla="*/ 0 w 53340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82800">
                <a:moveTo>
                  <a:pt x="0" y="0"/>
                </a:moveTo>
                <a:lnTo>
                  <a:pt x="5334000" y="0"/>
                </a:lnTo>
                <a:lnTo>
                  <a:pt x="5334000" y="1879600"/>
                </a:lnTo>
                <a:cubicBezTo>
                  <a:pt x="5334000" y="1991824"/>
                  <a:pt x="5243024" y="2082800"/>
                  <a:pt x="51308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470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50292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3" b="75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10" name="图片 9" descr="图片包含 游戏机&#10;&#10;描述已自动生成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16200000">
            <a:off x="-2050142" y="2050142"/>
            <a:ext cx="6858001" cy="2757715"/>
          </a:xfrm>
          <a:prstGeom prst="rect">
            <a:avLst/>
          </a:prstGeom>
        </p:spPr>
      </p:pic>
      <p:pic>
        <p:nvPicPr>
          <p:cNvPr id="18" name="图片 17" descr="图片包含 游戏机&#10;&#10;描述已自动生成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5400000" flipH="1">
            <a:off x="7384142" y="2050142"/>
            <a:ext cx="6858001" cy="275771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157288" y="925880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ea typeface="+mj-ea"/>
                <a:cs typeface="+mn-cs"/>
                <a:sym typeface="微软雅黑" panose="020B0503020204020204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请在此输入您的副标题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3" b="75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0" name="图片 9" descr="图片包含 游戏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16200000">
            <a:off x="-2050142" y="2050142"/>
            <a:ext cx="6858001" cy="2757715"/>
          </a:xfrm>
          <a:prstGeom prst="rect">
            <a:avLst/>
          </a:prstGeom>
        </p:spPr>
      </p:pic>
      <p:pic>
        <p:nvPicPr>
          <p:cNvPr id="18" name="图片 17" descr="图片包含 游戏机&#10;&#10;描述已自动生成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5400000" flipH="1">
            <a:off x="7384142" y="2050142"/>
            <a:ext cx="6858001" cy="2757715"/>
          </a:xfrm>
          <a:prstGeom prst="rect">
            <a:avLst/>
          </a:prstGeom>
        </p:spPr>
      </p:pic>
      <p:pic>
        <p:nvPicPr>
          <p:cNvPr id="19" name="图片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email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9097" y="1467361"/>
            <a:ext cx="1010322" cy="352874"/>
          </a:xfrm>
          <a:prstGeom prst="rect">
            <a:avLst/>
          </a:prstGeom>
        </p:spPr>
      </p:pic>
      <p:sp>
        <p:nvSpPr>
          <p:cNvPr id="8" name="日期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4"/>
          <p:cNvSpPr>
            <a:spLocks noGrp="1"/>
          </p:cNvSpPr>
          <p:nvPr>
            <p:ph type="ctrTitle" idx="16385" hasCustomPrompt="1"/>
            <p:custDataLst>
              <p:tags r:id="rId11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9" name="署名占位符 10"/>
          <p:cNvSpPr>
            <a:spLocks noGrp="1"/>
          </p:cNvSpPr>
          <p:nvPr>
            <p:ph type="body" sz="quarter" idx="16387" hasCustomPrompt="1"/>
            <p:custDataLst>
              <p:tags r:id="rId12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3" b="75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0" name="图片 9" descr="图片包含 游戏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16200000">
            <a:off x="-2050142" y="2050142"/>
            <a:ext cx="6858001" cy="2757715"/>
          </a:xfrm>
          <a:prstGeom prst="rect">
            <a:avLst/>
          </a:prstGeom>
        </p:spPr>
      </p:pic>
      <p:pic>
        <p:nvPicPr>
          <p:cNvPr id="11" name="图片 10" descr="图片包含 游戏机&#10;&#10;描述已自动生成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5400000" flipH="1">
            <a:off x="7384142" y="2050142"/>
            <a:ext cx="6858001" cy="2757715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idx="16385" hasCustomPrompt="1"/>
            <p:custDataLst>
              <p:tags r:id="rId7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文本占位符 2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3" b="75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7" name="图片 2" descr="图片包含 游戏机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16200000">
            <a:off x="-2050142" y="2050142"/>
            <a:ext cx="6858001" cy="2757715"/>
          </a:xfrm>
          <a:prstGeom prst="rect">
            <a:avLst/>
          </a:prstGeom>
        </p:spPr>
      </p:pic>
      <p:pic>
        <p:nvPicPr>
          <p:cNvPr id="18" name="图片 17" descr="图片包含 游戏机&#10;&#10;描述已自动生成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82"/>
          <a:stretch>
            <a:fillRect/>
          </a:stretch>
        </p:blipFill>
        <p:spPr>
          <a:xfrm rot="5400000" flipH="1">
            <a:off x="7384142" y="2050142"/>
            <a:ext cx="6858001" cy="2757715"/>
          </a:xfrm>
          <a:prstGeom prst="rect">
            <a:avLst/>
          </a:prstGeom>
        </p:spPr>
      </p:pic>
      <p:pic>
        <p:nvPicPr>
          <p:cNvPr id="19" name="图片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email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9097" y="1467361"/>
            <a:ext cx="1010322" cy="352874"/>
          </a:xfrm>
          <a:prstGeom prst="rect">
            <a:avLst/>
          </a:prstGeom>
        </p:spPr>
      </p:pic>
      <p:sp>
        <p:nvSpPr>
          <p:cNvPr id="12" name="Subtitle 11"/>
          <p:cNvSpPr>
            <a:spLocks noGrp="1"/>
          </p:cNvSpPr>
          <p:nvPr>
            <p:ph type="body" idx="16386" hasCustomPrompt="1"/>
            <p:custDataLst>
              <p:tags r:id="rId10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 4"/>
          <p:cNvSpPr>
            <a:spLocks noGrp="1"/>
          </p:cNvSpPr>
          <p:nvPr>
            <p:ph type="ctrTitle" idx="16385" hasCustomPrompt="1"/>
            <p:custDataLst>
              <p:tags r:id="rId11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1" Type="http://schemas.openxmlformats.org/officeDocument/2006/relationships/theme" Target="../theme/theme2.xml"/><Relationship Id="rId30" Type="http://schemas.openxmlformats.org/officeDocument/2006/relationships/tags" Target="../tags/tag134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133.xml"/><Relationship Id="rId28" Type="http://schemas.openxmlformats.org/officeDocument/2006/relationships/tags" Target="../tags/tag132.xml"/><Relationship Id="rId27" Type="http://schemas.openxmlformats.org/officeDocument/2006/relationships/tags" Target="../tags/tag131.xml"/><Relationship Id="rId26" Type="http://schemas.openxmlformats.org/officeDocument/2006/relationships/tags" Target="../tags/tag130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24.xml"/><Relationship Id="rId18" Type="http://schemas.openxmlformats.org/officeDocument/2006/relationships/image" Target="../media/image1.png"/><Relationship Id="rId17" Type="http://schemas.openxmlformats.org/officeDocument/2006/relationships/tags" Target="../tags/tag123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 rotWithShape="1">
          <a:blip r:embed="rId18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3" b="7517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1" name="图片 10" descr="图片包含 游戏机&#10;&#10;描述已自动生成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70" b="76331"/>
          <a:stretch>
            <a:fillRect/>
          </a:stretch>
        </p:blipFill>
        <p:spPr>
          <a:xfrm rot="16200000">
            <a:off x="232410" y="5340985"/>
            <a:ext cx="1320165" cy="1864995"/>
          </a:xfrm>
          <a:prstGeom prst="rect">
            <a:avLst/>
          </a:prstGeom>
        </p:spPr>
      </p:pic>
      <p:pic>
        <p:nvPicPr>
          <p:cNvPr id="9" name="图片 8" descr="图片包含 游戏机&#10;&#10;描述已自动生成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70" b="76331"/>
          <a:stretch>
            <a:fillRect/>
          </a:stretch>
        </p:blipFill>
        <p:spPr>
          <a:xfrm>
            <a:off x="-40005" y="-106680"/>
            <a:ext cx="1320165" cy="1864995"/>
          </a:xfrm>
          <a:prstGeom prst="rect">
            <a:avLst/>
          </a:prstGeom>
        </p:spPr>
      </p:pic>
      <p:pic>
        <p:nvPicPr>
          <p:cNvPr id="10" name="图片 9" descr="图片包含 游戏机&#10;&#10;描述已自动生成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70" b="76331"/>
          <a:stretch>
            <a:fillRect/>
          </a:stretch>
        </p:blipFill>
        <p:spPr>
          <a:xfrm rot="16200000" flipV="1">
            <a:off x="10652760" y="5340985"/>
            <a:ext cx="1320165" cy="1864995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3" name="图片 12" descr="图片包含 游戏机&#10;&#10;描述已自动生成"/>
          <p:cNvPicPr>
            <a:picLocks noChangeAspect="1"/>
          </p:cNvPicPr>
          <p:nvPr userDrawn="1">
            <p:custDataLst>
              <p:tags r:id="rId28"/>
            </p:custDataLst>
          </p:nvPr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70" b="76331"/>
          <a:stretch>
            <a:fillRect/>
          </a:stretch>
        </p:blipFill>
        <p:spPr>
          <a:xfrm flipH="1">
            <a:off x="10925175" y="-106680"/>
            <a:ext cx="1320165" cy="1864995"/>
          </a:xfrm>
          <a:prstGeom prst="rect">
            <a:avLst/>
          </a:prstGeom>
        </p:spPr>
      </p:pic>
      <p:sp>
        <p:nvSpPr>
          <p:cNvPr id="8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chemeClr val="tx1">
                <a:lumMod val="65000"/>
                <a:lumOff val="35000"/>
              </a:schemeClr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image" Target="../media/image5.jpeg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slideLayout" Target="../slideLayouts/slideLayout14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tags" Target="../tags/tag14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tags" Target="../tags/tag158.xml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image" Target="../media/image7.jpeg"/><Relationship Id="rId2" Type="http://schemas.openxmlformats.org/officeDocument/2006/relationships/tags" Target="../tags/tag153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160.xml"/><Relationship Id="rId1" Type="http://schemas.openxmlformats.org/officeDocument/2006/relationships/tags" Target="../tags/tag15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image" Target="../media/image8.jpeg"/><Relationship Id="rId2" Type="http://schemas.openxmlformats.org/officeDocument/2006/relationships/tags" Target="../tags/tag162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169.xml"/><Relationship Id="rId1" Type="http://schemas.openxmlformats.org/officeDocument/2006/relationships/tags" Target="../tags/tag1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image" Target="../media/image9.jpeg"/><Relationship Id="rId2" Type="http://schemas.openxmlformats.org/officeDocument/2006/relationships/tags" Target="../tags/tag171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178.xml"/><Relationship Id="rId1" Type="http://schemas.openxmlformats.org/officeDocument/2006/relationships/tags" Target="../tags/tag17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2026/01/08</a:t>
            </a:r>
            <a:endParaRPr lang="en-US" altLang="en-US"/>
          </a:p>
        </p:txBody>
      </p:sp>
      <p:sp>
        <p:nvSpPr>
          <p:cNvPr id="3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Office学习重点梳理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汇报人：詹艺丹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Office学习重点梳理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Word核心基础操作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7" name="图片占位符 16" descr="1ee73f33-eca0-11f0-98d8-1e2f3ecb512e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t="5952" b="5952"/>
          <a:stretch>
            <a:fillRect/>
          </a:stretch>
        </p:blipFill>
        <p:spPr>
          <a:xfrm>
            <a:off x="6096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文档编辑与格式设置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掌握文字输入、删除、替换等基础操作，快速调整内容；学会字体、段落格式设置，让文档规范美观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8" name="图片占位符 17" descr="default_2_img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5979" b="5979"/>
          <a:stretch>
            <a:fillRect/>
          </a:stretch>
        </p:blipFill>
        <p:spPr>
          <a:xfrm>
            <a:off x="6248400" y="1524000"/>
            <a:ext cx="5334000" cy="2641600"/>
          </a:xfrm>
          <a:custGeom>
            <a:avLst/>
            <a:gdLst>
              <a:gd name="connisteX0" fmla="*/ 0 w 5334000"/>
              <a:gd name="connsiteY0" fmla="*/ 203200 h 2641600"/>
              <a:gd name="connisteX1" fmla="*/ 203200 w 5334000"/>
              <a:gd name="connsiteY1" fmla="*/ 0 h 2641600"/>
              <a:gd name="connisteX2" fmla="*/ 5130800 w 5334000"/>
              <a:gd name="connsiteY2" fmla="*/ 0 h 2641600"/>
              <a:gd name="connisteX3" fmla="*/ 5334000 w 5334000"/>
              <a:gd name="connsiteY3" fmla="*/ 203200 h 2641600"/>
              <a:gd name="connisteX4" fmla="*/ 5334000 w 5334000"/>
              <a:gd name="connsiteY4" fmla="*/ 2641600 h 2641600"/>
              <a:gd name="connisteX5" fmla="*/ 0 w 5334000"/>
              <a:gd name="connsiteY5" fmla="*/ 2641600 h 2641600"/>
              <a:gd name="connisteX6" fmla="*/ 0 w 53340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快速排版技巧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运用样式功能统一文档格式，节省排版时间；使用分栏、页眉页脚设置，提升文档专业性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Excel实用入门技巧</a:t>
            </a:r>
            <a:endParaRPr lang="zh-CN" altLang="en-US"/>
          </a:p>
        </p:txBody>
      </p:sp>
      <p:pic>
        <p:nvPicPr>
          <p:cNvPr id="13" name="内容占位符 12" descr="1ef4f137-eca0-11f0-b686-62b9e1a3caef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6679" r="27366"/>
          <a:stretch>
            <a:fillRect/>
          </a:stretch>
        </p:blipFill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数据录入与格式调整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学会单元格数据输入、填充柄快速填充；调整列宽行高、设置单元格格式，让数据清晰易读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基础公式与函数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掌握求和（SUM）、平均值（AVERAGE）等常用函数，快速完成计算；运用单元格引用，避免重复输入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PPT简洁制作要点</a:t>
            </a:r>
            <a:endParaRPr lang="zh-CN" altLang="en-US"/>
          </a:p>
        </p:txBody>
      </p:sp>
      <p:pic>
        <p:nvPicPr>
          <p:cNvPr id="13" name="内容占位符 12" descr="1f15cb04-eca0-11f0-adad-4a456cd5b439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19895" r="19895"/>
          <a:stretch>
            <a:fillRect/>
          </a:stretch>
        </p:blipFill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幻灯片结构设计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遵循“一页一主题”原则，明确每页核心内容；合理划分标题、正文区域，提升可读性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简单美化技巧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选用简洁模板，避免花哨元素；运用字体统一、颜色搭配技巧，让PPT更专业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B站学习经验分享</a:t>
            </a:r>
            <a:endParaRPr lang="zh-CN" altLang="en-US"/>
          </a:p>
        </p:txBody>
      </p:sp>
      <p:pic>
        <p:nvPicPr>
          <p:cNvPr id="13" name="内容占位符 12" descr="1f04d49c-eca0-11f0-a82d-1e33d246cc7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7012" t="31361" r="6877" b="31563"/>
          <a:stretch>
            <a:fillRect/>
          </a:stretch>
        </p:blipFill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优质视频选择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优先选播放量高、评论积极的教程；关注UP主讲解是否细致、步骤清晰，适配新手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实操巩固方法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边看视频边实操，及时练习强化记忆；整理笔记记录重点，定期复习加深理解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1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4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adfd9b83b4f1e9d33ca401ae9ce50fcc3dfa21"/>
  <p:tag name="KSO_WM_NEWLAYOUT_GROUP_ID" val="layout_42"/>
  <p:tag name="KSO_WM_NEWLAYOUT_ID" val="slide_c4bdf70b1228b8b8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282d90ee0dee07cf2b12d9aad07e32095d3b1c"/>
  <p:tag name="KSO_WM_NEWLAYOUT_GROUP_ID" val="layout_30"/>
  <p:tag name="KSO_WM_NEWLAYOUT_ID" val="slide_0581d4d39d80ce13"/>
</p:tagLst>
</file>

<file path=ppt/tags/tag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0b01d7e6c7cc147a880e952928ed2a4bc2f7c4"/>
  <p:tag name="KSO_WM_NEWLAYOUT_GROUP_ID" val="layout_6"/>
  <p:tag name="KSO_WM_NEWLAYOUT_ID" val="slide_e87187570ab29065"/>
</p:tagLst>
</file>

<file path=ppt/tags/tag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f371c39c18e033e463d7018b5a9b808f1d704b"/>
  <p:tag name="KSO_WM_NEWLAYOUT_GROUP_ID" val="layout_2"/>
  <p:tag name="KSO_WM_NEWLAYOUT_ID" val="slide_250f5b83123f6923"/>
</p:tagLst>
</file>

<file path=ppt/tags/tag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49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50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51.xml><?xml version="1.0" encoding="utf-8"?>
<p:tagLst xmlns:p="http://schemas.openxmlformats.org/presentationml/2006/main">
  <p:tag name="LayoutZOrder" val="1"/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5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5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8550"/>
</p:tagLst>
</file>

<file path=ppt/tags/tag5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7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5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8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8550"/>
</p:tagLst>
</file>

<file path=ppt/tags/tag58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59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3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4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5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6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7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6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1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3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4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5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8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79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2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6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8.xml><?xml version="1.0" encoding="utf-8"?>
<p:tagLst xmlns:p="http://schemas.openxmlformats.org/presentationml/2006/main">
  <p:tag name="LayoutZOrder" val="1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89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7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9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8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91.xml><?xml version="1.0" encoding="utf-8"?>
<p:tagLst xmlns:p="http://schemas.openxmlformats.org/presentationml/2006/main">
  <p:tag name="LayoutZOrder" val="9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9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9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651bc37e302de07e0547f962dc5a6cf65c26deb"/>
  <p:tag name="KSO_WM_NEWLAYOUT_ID" val="815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95.xml><?xml version="1.0" encoding="utf-8"?>
<p:tagLst xmlns:p="http://schemas.openxmlformats.org/presentationml/2006/main">
  <p:tag name="LayoutZOrder" val="1"/>
  <p:tag name="KSO_WM_UNIT_TYPE" val="i"/>
  <p:tag name="KSO_WM_UNIT_ID" val="_10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9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  <p:tag name="LayoutZOrder" val="1"/>
  <p:tag name="KSO_WM_UNIT_ID" val="_10*d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97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  <p:tag name="LayoutZOrder" val="2"/>
  <p:tag name="KSO_WM_UNIT_ID" val="_10*d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9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6dd9679bc7f1908a0477e1fec60f3f99c50d355"/>
  <p:tag name="KSO_WM_NEWLAYOUT_ID" val="821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9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00.xml><?xml version="1.0" encoding="utf-8"?>
<p:tagLst xmlns:p="http://schemas.openxmlformats.org/presentationml/2006/main">
  <p:tag name="LayoutZOrder" val="1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7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8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3.xml><?xml version="1.0" encoding="utf-8"?>
<p:tagLst xmlns:p="http://schemas.openxmlformats.org/presentationml/2006/main">
  <p:tag name="LayoutZOrder" val="9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4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0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159b4173f4aa14f20521f26ca131e74c2b9237f"/>
  <p:tag name="KSO_WM_NEWLAYOUT_ID" val="827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33826da34c03f94bfb2bda5c99976de6310f816"/>
  <p:tag name="KSO_WM_NEWLAYOUT_ID" val="1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2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3.xml><?xml version="1.0" encoding="utf-8"?>
<p:tagLst xmlns:p="http://schemas.openxmlformats.org/presentationml/2006/main">
  <p:tag name="LayoutZOrder" val="1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2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"/>
  <p:tag name="KSO_WM_UNIT_ID" val="_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"/>
  <p:tag name="KSO_WM_UNIT_ID" val="_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2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"/>
  <p:tag name="KSO_WM_UNIT_ID" val="_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2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2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2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30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31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3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1"/>
  <p:tag name="KSO_WM_UNIT_ID" val="_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8550"/>
</p:tagLst>
</file>

<file path=ppt/tags/tag13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50"/>
  <p:tag name="KSO_WM_TEMPLATE_CATEGORY" val="custom"/>
  <p:tag name="KSO_WM_TEMPLATE_MASTER_TYPE" val="0"/>
  <p:tag name="KSO_WM_TAG_VERSION" val="3.0"/>
</p:tagLst>
</file>

<file path=ppt/tags/tag134.xml><?xml version="1.0" encoding="utf-8"?>
<p:tagLst xmlns:p="http://schemas.openxmlformats.org/presentationml/2006/main">
  <p:tag name="KSO_WM_AITEMPLATE_STYLE_ID" val="69796636953"/>
</p:tagLst>
</file>

<file path=ppt/tags/tag135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3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7651bc37e302de07e0547f962dc5a6cf65c26deb"/>
  <p:tag name="KSO_WM_NEWLAYOUT_ID" val="815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3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8550"/>
  <p:tag name="KSO_WM_TEMPLATE_CATEGORY" val="custom"/>
  <p:tag name="KSO_WM_SLIDE_INDEX" val="1"/>
  <p:tag name="KSO_WM_SLIDE_ID" val="custom40488550_1"/>
  <p:tag name="KSO_WM_TEMPLATE_MASTER_TYPE" val="0"/>
  <p:tag name="KSO_WM_SLIDE_LAYOUT" val="a_f"/>
  <p:tag name="KSO_WM_SLIDE_LAYOUT_CNT" val="1_2"/>
  <p:tag name="KSO_WM_TAG_VERSION" val="3.0"/>
</p:tagLst>
</file>

<file path=ppt/tags/tag13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56dd9679bc7f1908a0477e1fec60f3f99c50d355"/>
  <p:tag name="KSO_WM_NEWLAYOUT_ID" val="82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4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4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8550"/>
  <p:tag name="KSO_WM_TEMPLATE_CATEGORY" val="custom"/>
  <p:tag name="KSO_WM_SLIDE_INDEX" val="3"/>
  <p:tag name="KSO_WM_SLIDE_ID" val="custom40488550_7"/>
  <p:tag name="KSO_WM_TEMPLATE_MASTER_TYPE" val="0"/>
  <p:tag name="KSO_WM_SLIDE_LAYOUT" val="a_e"/>
  <p:tag name="KSO_WM_SLIDE_LAYOUT_CNT" val="1_1"/>
  <p:tag name="KSO_WM_TAG_VERSION" val="3.0"/>
</p:tagLst>
</file>

<file path=ppt/tags/tag1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ef371c39c18e033e463d7018b5a9b808f1d704b"/>
  <p:tag name="KSO_WM_NEWLAYOUT_GROUP_ID" val="layout_2"/>
  <p:tag name="KSO_WM_NEWLAYOUT_ID" val="slide_250f5b83123f6923"/>
  <p:tag name="KSO_WM_UNIT_PRESET_TEXT" val="单击此处添加标题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410267451&quot;,&quot;product_name&quot;:&quot;365wps-copilotchat-web&quot;,&quot;intention_code&quot;:&quot;365wps_cc_create_ppt&quot;}*gallery_gallery_3.0.4_prod*1309fd7615c04dd9b30c43890ce78a72-slide-2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4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ai_type&quot;:&quot;&quot;,&quot;id&quot;:&quot;&quot;}*_ai_*0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6953"/>
  <p:tag name="KSO_WM_TEMPLATE_SLIDE_ID" val="slide_250f5b83123f6923"/>
</p:tagLst>
</file>

<file path=ppt/tags/tag1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50b01d7e6c7cc147a880e952928ed2a4bc2f7c4"/>
  <p:tag name="KSO_WM_NEWLAYOUT_GROUP_ID" val="layout_6"/>
  <p:tag name="KSO_WM_NEWLAYOUT_ID" val="slide_e87187570ab29065"/>
  <p:tag name="KSO_WM_UNIT_PRESET_TEXT" val="单击此处添加标题"/>
</p:tagLst>
</file>

<file path=ppt/tags/tag1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51928827&quot;,&quot;product_name&quot;:&quot;365wps-copilotchat-web&quot;,&quot;intention_code&quot;:&quot;365wps_cc_create_ppt&quot;}*gallery_gallery_3.0.4_prod*1309fd7615c04dd9b30c43890ce78a72-slide-3"/>
</p:tagLst>
</file>

<file path=ppt/tags/tag15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5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6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6953"/>
  <p:tag name="KSO_WM_TEMPLATE_SLIDE_ID" val="slide_e87187570ab29065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282d90ee0dee07cf2b12d9aad07e32095d3b1c"/>
  <p:tag name="KSO_WM_NEWLAYOUT_GROUP_ID" val="layout_30"/>
  <p:tag name="KSO_WM_NEWLAYOUT_ID" val="slide_0581d4d39d80ce13"/>
  <p:tag name="KSO_WM_UNIT_PRESET_TEXT" val="单击此处添加标题"/>
</p:tagLst>
</file>

<file path=ppt/tags/tag1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441438749&quot;,&quot;product_name&quot;:&quot;365wps-copilotchat-web&quot;,&quot;intention_code&quot;:&quot;365wps_cc_create_ppt&quot;}*gallery_gallery_3.0.4_prod*1309fd7615c04dd9b30c43890ce78a72-slide-4"/>
</p:tagLst>
</file>

<file path=ppt/tags/tag16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6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6953"/>
  <p:tag name="KSO_WM_TEMPLATE_SLIDE_ID" val="slide_0581d4d39d80ce13"/>
</p:tagLst>
</file>

<file path=ppt/tags/tag1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adfd9b83b4f1e9d33ca401ae9ce50fcc3dfa21"/>
  <p:tag name="KSO_WM_NEWLAYOUT_GROUP_ID" val="layout_42"/>
  <p:tag name="KSO_WM_NEWLAYOUT_ID" val="slide_c4bdf70b1228b8b8"/>
  <p:tag name="KSO_WM_UNIT_PRESET_TEXT" val="单击此处添加标题"/>
</p:tagLst>
</file>

<file path=ppt/tags/tag1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483350678&quot;,&quot;product_name&quot;:&quot;365wps-copilotchat-web&quot;,&quot;intention_code&quot;:&quot;365wps_cc_create_ppt&quot;}*gallery_gallery_3.0.4_prod*1309fd7615c04dd9b30c43890ce78a72-slide-5"/>
</p:tagLst>
</file>

<file path=ppt/tags/tag1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17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17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6953"/>
  <p:tag name="KSO_WM_TEMPLATE_SLIDE_ID" val="slide_c4bdf70b1228b8b8"/>
</p:tagLst>
</file>

<file path=ppt/tags/tag179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8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159b4173f4aa14f20521f26ca131e74c2b9237f"/>
  <p:tag name="KSO_WM_NEWLAYOUT_ID" val="827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8550"/>
  <p:tag name="KSO_WM_TEMPLATE_CATEGORY" val="custom"/>
</p:tagLst>
</file>

<file path=ppt/tags/tag18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8550"/>
  <p:tag name="KSO_WM_TEMPLATE_CATEGORY" val="custom"/>
  <p:tag name="KSO_WM_SLIDE_INDEX" val="5"/>
  <p:tag name="KSO_WM_SLIDE_ID" val="custom40488550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411">
      <a:dk1>
        <a:srgbClr val="000000"/>
      </a:dk1>
      <a:lt1>
        <a:srgbClr val="FFFFFF"/>
      </a:lt1>
      <a:dk2>
        <a:srgbClr val="352D1E"/>
      </a:dk2>
      <a:lt2>
        <a:srgbClr val="F5F2E9"/>
      </a:lt2>
      <a:accent1>
        <a:srgbClr val="595959"/>
      </a:accent1>
      <a:accent2>
        <a:srgbClr val="654B4B"/>
      </a:accent2>
      <a:accent3>
        <a:srgbClr val="704628"/>
      </a:accent3>
      <a:accent4>
        <a:srgbClr val="88744B"/>
      </a:accent4>
      <a:accent5>
        <a:srgbClr val="5B745A"/>
      </a:accent5>
      <a:accent6>
        <a:srgbClr val="3A7359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WPS Office WWO_wpscloud_20260107185241-030cc62549</Application>
  <PresentationFormat>宽屏</PresentationFormat>
  <Paragraphs>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Office 主题</vt:lpstr>
      <vt:lpstr>1_Office 主题</vt:lpstr>
      <vt:lpstr>Office学习重点梳理</vt:lpstr>
      <vt:lpstr>Office学习重点梳理</vt:lpstr>
      <vt:lpstr>Word核心基础操作</vt:lpstr>
      <vt:lpstr>Excel实用入门技巧</vt:lpstr>
      <vt:lpstr>PPT简洁制作要点</vt:lpstr>
      <vt:lpstr>B站学习经验分享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Office学习重点梳理</dc:title>
  <dc:creator/>
  <cp:lastModifiedBy/>
  <dcterms:created xsi:type="dcterms:W3CDTF">2026-01-08T14:42:16Z</dcterms:created>
  <dcterms:modified xsi:type="dcterms:W3CDTF">2026-01-08T14:42:16Z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2052-12.9.0.24776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v1.0_ai_69796636953</vt:lpwstr>
  </property>
</Properties>
</file>